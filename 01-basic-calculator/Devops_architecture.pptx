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B5653-6CA0-4605-BCAC-BB0FAA65C50D}" v="20" dt="2025-04-08T09:20:26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i, thrijwal" userId="024e5d37-fa1c-4679-b965-c534c6387c00" providerId="ADAL" clId="{ED2B5653-6CA0-4605-BCAC-BB0FAA65C50D}"/>
    <pc:docChg chg="undo custSel delSld modSld">
      <pc:chgData name="shashi, thrijwal" userId="024e5d37-fa1c-4679-b965-c534c6387c00" providerId="ADAL" clId="{ED2B5653-6CA0-4605-BCAC-BB0FAA65C50D}" dt="2025-04-08T09:22:20.629" v="880" actId="47"/>
      <pc:docMkLst>
        <pc:docMk/>
      </pc:docMkLst>
      <pc:sldChg chg="del">
        <pc:chgData name="shashi, thrijwal" userId="024e5d37-fa1c-4679-b965-c534c6387c00" providerId="ADAL" clId="{ED2B5653-6CA0-4605-BCAC-BB0FAA65C50D}" dt="2025-04-08T09:22:20.629" v="880" actId="47"/>
        <pc:sldMkLst>
          <pc:docMk/>
          <pc:sldMk cId="2331751534" sldId="256"/>
        </pc:sldMkLst>
      </pc:sldChg>
      <pc:sldChg chg="modSp mod">
        <pc:chgData name="shashi, thrijwal" userId="024e5d37-fa1c-4679-b965-c534c6387c00" providerId="ADAL" clId="{ED2B5653-6CA0-4605-BCAC-BB0FAA65C50D}" dt="2025-04-08T09:22:12.414" v="879" actId="1076"/>
        <pc:sldMkLst>
          <pc:docMk/>
          <pc:sldMk cId="3221799071" sldId="257"/>
        </pc:sldMkLst>
        <pc:spChg chg="mod">
          <ac:chgData name="shashi, thrijwal" userId="024e5d37-fa1c-4679-b965-c534c6387c00" providerId="ADAL" clId="{ED2B5653-6CA0-4605-BCAC-BB0FAA65C50D}" dt="2025-04-08T09:22:12.414" v="879" actId="1076"/>
          <ac:spMkLst>
            <pc:docMk/>
            <pc:sldMk cId="3221799071" sldId="257"/>
            <ac:spMk id="19" creationId="{AF35B993-A498-AAB9-67DA-DA846835B79F}"/>
          </ac:spMkLst>
        </pc:spChg>
      </pc:sldChg>
      <pc:sldChg chg="addSp delSp modSp mod setBg">
        <pc:chgData name="shashi, thrijwal" userId="024e5d37-fa1c-4679-b965-c534c6387c00" providerId="ADAL" clId="{ED2B5653-6CA0-4605-BCAC-BB0FAA65C50D}" dt="2025-04-08T09:21:49.786" v="878" actId="1076"/>
        <pc:sldMkLst>
          <pc:docMk/>
          <pc:sldMk cId="965478804" sldId="258"/>
        </pc:sldMkLst>
        <pc:spChg chg="mod">
          <ac:chgData name="shashi, thrijwal" userId="024e5d37-fa1c-4679-b965-c534c6387c00" providerId="ADAL" clId="{ED2B5653-6CA0-4605-BCAC-BB0FAA65C50D}" dt="2025-04-08T09:21:49.786" v="878" actId="1076"/>
          <ac:spMkLst>
            <pc:docMk/>
            <pc:sldMk cId="965478804" sldId="258"/>
            <ac:spMk id="2" creationId="{182FA933-52FC-9311-1DAC-5C22322F14FA}"/>
          </ac:spMkLst>
        </pc:spChg>
        <pc:spChg chg="mod">
          <ac:chgData name="shashi, thrijwal" userId="024e5d37-fa1c-4679-b965-c534c6387c00" providerId="ADAL" clId="{ED2B5653-6CA0-4605-BCAC-BB0FAA65C50D}" dt="2025-04-08T09:16:09.197" v="834" actId="1038"/>
          <ac:spMkLst>
            <pc:docMk/>
            <pc:sldMk cId="965478804" sldId="258"/>
            <ac:spMk id="27" creationId="{D6F02A25-74F0-8004-8827-85404A109B6B}"/>
          </ac:spMkLst>
        </pc:spChg>
        <pc:spChg chg="mod">
          <ac:chgData name="shashi, thrijwal" userId="024e5d37-fa1c-4679-b965-c534c6387c00" providerId="ADAL" clId="{ED2B5653-6CA0-4605-BCAC-BB0FAA65C50D}" dt="2025-04-08T09:16:09.197" v="834" actId="1038"/>
          <ac:spMkLst>
            <pc:docMk/>
            <pc:sldMk cId="965478804" sldId="258"/>
            <ac:spMk id="33" creationId="{F28A9EFE-CA28-1536-4F57-6A8D991D0658}"/>
          </ac:spMkLst>
        </pc:spChg>
        <pc:spChg chg="mod">
          <ac:chgData name="shashi, thrijwal" userId="024e5d37-fa1c-4679-b965-c534c6387c00" providerId="ADAL" clId="{ED2B5653-6CA0-4605-BCAC-BB0FAA65C50D}" dt="2025-04-08T09:16:09.197" v="834" actId="1038"/>
          <ac:spMkLst>
            <pc:docMk/>
            <pc:sldMk cId="965478804" sldId="258"/>
            <ac:spMk id="37" creationId="{48D19DC7-6897-58E7-9708-C12BFE24C150}"/>
          </ac:spMkLst>
        </pc:spChg>
        <pc:spChg chg="mod">
          <ac:chgData name="shashi, thrijwal" userId="024e5d37-fa1c-4679-b965-c534c6387c00" providerId="ADAL" clId="{ED2B5653-6CA0-4605-BCAC-BB0FAA65C50D}" dt="2025-04-08T09:16:09.197" v="834" actId="1038"/>
          <ac:spMkLst>
            <pc:docMk/>
            <pc:sldMk cId="965478804" sldId="258"/>
            <ac:spMk id="38" creationId="{3D58E51C-C1E1-351E-9CE8-840D0EBD6DFD}"/>
          </ac:spMkLst>
        </pc:spChg>
        <pc:spChg chg="mod">
          <ac:chgData name="shashi, thrijwal" userId="024e5d37-fa1c-4679-b965-c534c6387c00" providerId="ADAL" clId="{ED2B5653-6CA0-4605-BCAC-BB0FAA65C50D}" dt="2025-04-08T09:16:09.197" v="834" actId="1038"/>
          <ac:spMkLst>
            <pc:docMk/>
            <pc:sldMk cId="965478804" sldId="258"/>
            <ac:spMk id="51" creationId="{A74144F7-1F13-78C0-0255-99B2543C4670}"/>
          </ac:spMkLst>
        </pc:spChg>
        <pc:spChg chg="mod">
          <ac:chgData name="shashi, thrijwal" userId="024e5d37-fa1c-4679-b965-c534c6387c00" providerId="ADAL" clId="{ED2B5653-6CA0-4605-BCAC-BB0FAA65C50D}" dt="2025-04-08T09:16:09.197" v="834" actId="1038"/>
          <ac:spMkLst>
            <pc:docMk/>
            <pc:sldMk cId="965478804" sldId="258"/>
            <ac:spMk id="52" creationId="{07B52BD9-3CE7-E144-13D4-7251C1C3C9B5}"/>
          </ac:spMkLst>
        </pc:spChg>
        <pc:spChg chg="mod">
          <ac:chgData name="shashi, thrijwal" userId="024e5d37-fa1c-4679-b965-c534c6387c00" providerId="ADAL" clId="{ED2B5653-6CA0-4605-BCAC-BB0FAA65C50D}" dt="2025-04-08T08:58:39.730" v="66" actId="1076"/>
          <ac:spMkLst>
            <pc:docMk/>
            <pc:sldMk cId="965478804" sldId="258"/>
            <ac:spMk id="68" creationId="{C7D52E4C-D8CE-86E8-4FA9-6DCC9A836100}"/>
          </ac:spMkLst>
        </pc:spChg>
        <pc:spChg chg="mod">
          <ac:chgData name="shashi, thrijwal" userId="024e5d37-fa1c-4679-b965-c534c6387c00" providerId="ADAL" clId="{ED2B5653-6CA0-4605-BCAC-BB0FAA65C50D}" dt="2025-04-08T08:58:46.048" v="69" actId="1076"/>
          <ac:spMkLst>
            <pc:docMk/>
            <pc:sldMk cId="965478804" sldId="258"/>
            <ac:spMk id="69" creationId="{896C8C9D-9932-D68B-1BA5-9C4468C5C407}"/>
          </ac:spMkLst>
        </pc:spChg>
        <pc:spChg chg="mod">
          <ac:chgData name="shashi, thrijwal" userId="024e5d37-fa1c-4679-b965-c534c6387c00" providerId="ADAL" clId="{ED2B5653-6CA0-4605-BCAC-BB0FAA65C50D}" dt="2025-04-08T08:58:37.229" v="65" actId="1076"/>
          <ac:spMkLst>
            <pc:docMk/>
            <pc:sldMk cId="965478804" sldId="258"/>
            <ac:spMk id="71" creationId="{87DE6837-C8B1-9336-64B8-539E23210C6D}"/>
          </ac:spMkLst>
        </pc:spChg>
        <pc:spChg chg="add mod">
          <ac:chgData name="shashi, thrijwal" userId="024e5d37-fa1c-4679-b965-c534c6387c00" providerId="ADAL" clId="{ED2B5653-6CA0-4605-BCAC-BB0FAA65C50D}" dt="2025-04-08T08:58:53.234" v="72" actId="1076"/>
          <ac:spMkLst>
            <pc:docMk/>
            <pc:sldMk cId="965478804" sldId="258"/>
            <ac:spMk id="88" creationId="{7D92CA31-CCDA-FE42-E0AA-6F17E93D2ADC}"/>
          </ac:spMkLst>
        </pc:spChg>
        <pc:spChg chg="add mod">
          <ac:chgData name="shashi, thrijwal" userId="024e5d37-fa1c-4679-b965-c534c6387c00" providerId="ADAL" clId="{ED2B5653-6CA0-4605-BCAC-BB0FAA65C50D}" dt="2025-04-08T09:13:49.659" v="717" actId="1076"/>
          <ac:spMkLst>
            <pc:docMk/>
            <pc:sldMk cId="965478804" sldId="258"/>
            <ac:spMk id="89" creationId="{0F3E3C22-6C46-2B47-92D0-EFFC10E7CF2C}"/>
          </ac:spMkLst>
        </pc:spChg>
        <pc:spChg chg="add mod">
          <ac:chgData name="shashi, thrijwal" userId="024e5d37-fa1c-4679-b965-c534c6387c00" providerId="ADAL" clId="{ED2B5653-6CA0-4605-BCAC-BB0FAA65C50D}" dt="2025-04-08T09:08:59.182" v="230" actId="13822"/>
          <ac:spMkLst>
            <pc:docMk/>
            <pc:sldMk cId="965478804" sldId="258"/>
            <ac:spMk id="120" creationId="{87681A9C-317F-851B-E675-D8CFE5E6EDAA}"/>
          </ac:spMkLst>
        </pc:spChg>
        <pc:spChg chg="add mod">
          <ac:chgData name="shashi, thrijwal" userId="024e5d37-fa1c-4679-b965-c534c6387c00" providerId="ADAL" clId="{ED2B5653-6CA0-4605-BCAC-BB0FAA65C50D}" dt="2025-04-08T09:08:59.182" v="230" actId="13822"/>
          <ac:spMkLst>
            <pc:docMk/>
            <pc:sldMk cId="965478804" sldId="258"/>
            <ac:spMk id="125" creationId="{78AD45DF-D824-785E-03F2-AB7530ADD100}"/>
          </ac:spMkLst>
        </pc:spChg>
        <pc:spChg chg="add mod">
          <ac:chgData name="shashi, thrijwal" userId="024e5d37-fa1c-4679-b965-c534c6387c00" providerId="ADAL" clId="{ED2B5653-6CA0-4605-BCAC-BB0FAA65C50D}" dt="2025-04-08T09:08:59.182" v="230" actId="13822"/>
          <ac:spMkLst>
            <pc:docMk/>
            <pc:sldMk cId="965478804" sldId="258"/>
            <ac:spMk id="126" creationId="{4C6337AE-EE8B-E219-24E1-6746C42CC789}"/>
          </ac:spMkLst>
        </pc:spChg>
        <pc:spChg chg="add mod">
          <ac:chgData name="shashi, thrijwal" userId="024e5d37-fa1c-4679-b965-c534c6387c00" providerId="ADAL" clId="{ED2B5653-6CA0-4605-BCAC-BB0FAA65C50D}" dt="2025-04-08T09:08:59.182" v="230" actId="13822"/>
          <ac:spMkLst>
            <pc:docMk/>
            <pc:sldMk cId="965478804" sldId="258"/>
            <ac:spMk id="127" creationId="{DF09CAD0-6537-B65F-09F6-0E45EA31B747}"/>
          </ac:spMkLst>
        </pc:spChg>
        <pc:spChg chg="add mod">
          <ac:chgData name="shashi, thrijwal" userId="024e5d37-fa1c-4679-b965-c534c6387c00" providerId="ADAL" clId="{ED2B5653-6CA0-4605-BCAC-BB0FAA65C50D}" dt="2025-04-08T09:08:59.182" v="230" actId="13822"/>
          <ac:spMkLst>
            <pc:docMk/>
            <pc:sldMk cId="965478804" sldId="258"/>
            <ac:spMk id="128" creationId="{1FC06350-CEA7-669D-2A00-8AA79D2AC0CD}"/>
          </ac:spMkLst>
        </pc:spChg>
        <pc:spChg chg="add mod">
          <ac:chgData name="shashi, thrijwal" userId="024e5d37-fa1c-4679-b965-c534c6387c00" providerId="ADAL" clId="{ED2B5653-6CA0-4605-BCAC-BB0FAA65C50D}" dt="2025-04-08T09:08:59.182" v="230" actId="13822"/>
          <ac:spMkLst>
            <pc:docMk/>
            <pc:sldMk cId="965478804" sldId="258"/>
            <ac:spMk id="129" creationId="{D4C0A425-6B0C-1DC8-2C51-9991D2B75586}"/>
          </ac:spMkLst>
        </pc:spChg>
        <pc:spChg chg="add mod">
          <ac:chgData name="shashi, thrijwal" userId="024e5d37-fa1c-4679-b965-c534c6387c00" providerId="ADAL" clId="{ED2B5653-6CA0-4605-BCAC-BB0FAA65C50D}" dt="2025-04-08T09:12:40.303" v="707" actId="14100"/>
          <ac:spMkLst>
            <pc:docMk/>
            <pc:sldMk cId="965478804" sldId="258"/>
            <ac:spMk id="133" creationId="{985A5A4D-9A43-CE6E-F39D-22CF790551EE}"/>
          </ac:spMkLst>
        </pc:spChg>
        <pc:spChg chg="add mod">
          <ac:chgData name="shashi, thrijwal" userId="024e5d37-fa1c-4679-b965-c534c6387c00" providerId="ADAL" clId="{ED2B5653-6CA0-4605-BCAC-BB0FAA65C50D}" dt="2025-04-08T09:21:05.839" v="873" actId="1076"/>
          <ac:spMkLst>
            <pc:docMk/>
            <pc:sldMk cId="965478804" sldId="258"/>
            <ac:spMk id="141" creationId="{985A4BBA-997F-4AC6-D6FA-731F807F8A28}"/>
          </ac:spMkLst>
        </pc:spChg>
        <pc:picChg chg="mod">
          <ac:chgData name="shashi, thrijwal" userId="024e5d37-fa1c-4679-b965-c534c6387c00" providerId="ADAL" clId="{ED2B5653-6CA0-4605-BCAC-BB0FAA65C50D}" dt="2025-04-08T09:16:09.197" v="834" actId="1038"/>
          <ac:picMkLst>
            <pc:docMk/>
            <pc:sldMk cId="965478804" sldId="258"/>
            <ac:picMk id="6" creationId="{980E4114-F8FE-709C-9821-3165EEC3955D}"/>
          </ac:picMkLst>
        </pc:picChg>
        <pc:picChg chg="del mod">
          <ac:chgData name="shashi, thrijwal" userId="024e5d37-fa1c-4679-b965-c534c6387c00" providerId="ADAL" clId="{ED2B5653-6CA0-4605-BCAC-BB0FAA65C50D}" dt="2025-04-08T09:14:11.575" v="719" actId="478"/>
          <ac:picMkLst>
            <pc:docMk/>
            <pc:sldMk cId="965478804" sldId="258"/>
            <ac:picMk id="7" creationId="{45111682-DA25-389A-AFDE-4ECE0330BFBE}"/>
          </ac:picMkLst>
        </pc:picChg>
        <pc:picChg chg="mod">
          <ac:chgData name="shashi, thrijwal" userId="024e5d37-fa1c-4679-b965-c534c6387c00" providerId="ADAL" clId="{ED2B5653-6CA0-4605-BCAC-BB0FAA65C50D}" dt="2025-04-08T09:16:09.197" v="834" actId="1038"/>
          <ac:picMkLst>
            <pc:docMk/>
            <pc:sldMk cId="965478804" sldId="258"/>
            <ac:picMk id="8" creationId="{A64954B2-A940-C44E-D159-F15011259BDE}"/>
          </ac:picMkLst>
        </pc:picChg>
        <pc:picChg chg="del mod">
          <ac:chgData name="shashi, thrijwal" userId="024e5d37-fa1c-4679-b965-c534c6387c00" providerId="ADAL" clId="{ED2B5653-6CA0-4605-BCAC-BB0FAA65C50D}" dt="2025-04-08T09:14:10.728" v="718" actId="478"/>
          <ac:picMkLst>
            <pc:docMk/>
            <pc:sldMk cId="965478804" sldId="258"/>
            <ac:picMk id="9" creationId="{13C657F7-2F03-EF29-7C78-9867F9C5F64C}"/>
          </ac:picMkLst>
        </pc:picChg>
        <pc:picChg chg="mod">
          <ac:chgData name="shashi, thrijwal" userId="024e5d37-fa1c-4679-b965-c534c6387c00" providerId="ADAL" clId="{ED2B5653-6CA0-4605-BCAC-BB0FAA65C50D}" dt="2025-04-08T09:16:09.197" v="834" actId="1038"/>
          <ac:picMkLst>
            <pc:docMk/>
            <pc:sldMk cId="965478804" sldId="258"/>
            <ac:picMk id="21" creationId="{DB26C890-F518-16C6-BA73-51E531C79C40}"/>
          </ac:picMkLst>
        </pc:picChg>
        <pc:picChg chg="mod">
          <ac:chgData name="shashi, thrijwal" userId="024e5d37-fa1c-4679-b965-c534c6387c00" providerId="ADAL" clId="{ED2B5653-6CA0-4605-BCAC-BB0FAA65C50D}" dt="2025-04-08T09:16:09.197" v="834" actId="1038"/>
          <ac:picMkLst>
            <pc:docMk/>
            <pc:sldMk cId="965478804" sldId="258"/>
            <ac:picMk id="24" creationId="{3E3BBEE0-7E00-609A-8687-2C9C63423703}"/>
          </ac:picMkLst>
        </pc:picChg>
        <pc:picChg chg="mod">
          <ac:chgData name="shashi, thrijwal" userId="024e5d37-fa1c-4679-b965-c534c6387c00" providerId="ADAL" clId="{ED2B5653-6CA0-4605-BCAC-BB0FAA65C50D}" dt="2025-04-08T09:16:09.197" v="834" actId="1038"/>
          <ac:picMkLst>
            <pc:docMk/>
            <pc:sldMk cId="965478804" sldId="258"/>
            <ac:picMk id="39" creationId="{2504E103-21C8-838B-D2F0-18ADCB676225}"/>
          </ac:picMkLst>
        </pc:picChg>
        <pc:picChg chg="mod">
          <ac:chgData name="shashi, thrijwal" userId="024e5d37-fa1c-4679-b965-c534c6387c00" providerId="ADAL" clId="{ED2B5653-6CA0-4605-BCAC-BB0FAA65C50D}" dt="2025-04-08T09:16:09.197" v="834" actId="1038"/>
          <ac:picMkLst>
            <pc:docMk/>
            <pc:sldMk cId="965478804" sldId="258"/>
            <ac:picMk id="44" creationId="{60C3A101-A1D1-81FA-85F5-FA160A99B35E}"/>
          </ac:picMkLst>
        </pc:picChg>
        <pc:picChg chg="mod">
          <ac:chgData name="shashi, thrijwal" userId="024e5d37-fa1c-4679-b965-c534c6387c00" providerId="ADAL" clId="{ED2B5653-6CA0-4605-BCAC-BB0FAA65C50D}" dt="2025-04-08T09:16:09.197" v="834" actId="1038"/>
          <ac:picMkLst>
            <pc:docMk/>
            <pc:sldMk cId="965478804" sldId="258"/>
            <ac:picMk id="45" creationId="{7D4A67F1-5BFA-9BD5-7EA8-0A0E689E1826}"/>
          </ac:picMkLst>
        </pc:picChg>
        <pc:picChg chg="mod">
          <ac:chgData name="shashi, thrijwal" userId="024e5d37-fa1c-4679-b965-c534c6387c00" providerId="ADAL" clId="{ED2B5653-6CA0-4605-BCAC-BB0FAA65C50D}" dt="2025-04-08T09:16:09.197" v="834" actId="1038"/>
          <ac:picMkLst>
            <pc:docMk/>
            <pc:sldMk cId="965478804" sldId="258"/>
            <ac:picMk id="47" creationId="{14364CEC-CB56-7F14-A718-B3A28E03A5FE}"/>
          </ac:picMkLst>
        </pc:picChg>
        <pc:picChg chg="mod">
          <ac:chgData name="shashi, thrijwal" userId="024e5d37-fa1c-4679-b965-c534c6387c00" providerId="ADAL" clId="{ED2B5653-6CA0-4605-BCAC-BB0FAA65C50D}" dt="2025-04-08T08:58:42.039" v="67" actId="1076"/>
          <ac:picMkLst>
            <pc:docMk/>
            <pc:sldMk cId="965478804" sldId="258"/>
            <ac:picMk id="75" creationId="{CC3E3B0C-B03D-2AD6-324C-398E312C12DC}"/>
          </ac:picMkLst>
        </pc:picChg>
        <pc:picChg chg="mod">
          <ac:chgData name="shashi, thrijwal" userId="024e5d37-fa1c-4679-b965-c534c6387c00" providerId="ADAL" clId="{ED2B5653-6CA0-4605-BCAC-BB0FAA65C50D}" dt="2025-04-08T09:02:33.078" v="133" actId="1036"/>
          <ac:picMkLst>
            <pc:docMk/>
            <pc:sldMk cId="965478804" sldId="258"/>
            <ac:picMk id="76" creationId="{2FB632A7-762F-F922-288B-0EA069B1BACF}"/>
          </ac:picMkLst>
        </pc:picChg>
        <pc:picChg chg="add mod">
          <ac:chgData name="shashi, thrijwal" userId="024e5d37-fa1c-4679-b965-c534c6387c00" providerId="ADAL" clId="{ED2B5653-6CA0-4605-BCAC-BB0FAA65C50D}" dt="2025-04-08T09:01:22.012" v="97" actId="1036"/>
          <ac:picMkLst>
            <pc:docMk/>
            <pc:sldMk cId="965478804" sldId="258"/>
            <ac:picMk id="97" creationId="{CCDCF8CD-29E6-B303-5222-D38B551B4635}"/>
          </ac:picMkLst>
        </pc:picChg>
        <pc:picChg chg="add mod">
          <ac:chgData name="shashi, thrijwal" userId="024e5d37-fa1c-4679-b965-c534c6387c00" providerId="ADAL" clId="{ED2B5653-6CA0-4605-BCAC-BB0FAA65C50D}" dt="2025-04-08T09:01:42.050" v="128" actId="1035"/>
          <ac:picMkLst>
            <pc:docMk/>
            <pc:sldMk cId="965478804" sldId="258"/>
            <ac:picMk id="99" creationId="{4A341404-7B3F-3686-698F-F830C4D5FA1A}"/>
          </ac:picMkLst>
        </pc:picChg>
        <pc:picChg chg="add mod">
          <ac:chgData name="shashi, thrijwal" userId="024e5d37-fa1c-4679-b965-c534c6387c00" providerId="ADAL" clId="{ED2B5653-6CA0-4605-BCAC-BB0FAA65C50D}" dt="2025-04-08T09:20:36.427" v="868" actId="1035"/>
          <ac:picMkLst>
            <pc:docMk/>
            <pc:sldMk cId="965478804" sldId="258"/>
            <ac:picMk id="150" creationId="{4A1FF30F-F9AE-D396-B72E-D8F6040D7B7C}"/>
          </ac:picMkLst>
        </pc:picChg>
        <pc:picChg chg="add mod">
          <ac:chgData name="shashi, thrijwal" userId="024e5d37-fa1c-4679-b965-c534c6387c00" providerId="ADAL" clId="{ED2B5653-6CA0-4605-BCAC-BB0FAA65C50D}" dt="2025-04-08T09:21:27.930" v="877" actId="1036"/>
          <ac:picMkLst>
            <pc:docMk/>
            <pc:sldMk cId="965478804" sldId="258"/>
            <ac:picMk id="152" creationId="{5125775D-178A-66C0-FA9B-582A07E8DEF7}"/>
          </ac:picMkLst>
        </pc:picChg>
        <pc:cxnChg chg="mod">
          <ac:chgData name="shashi, thrijwal" userId="024e5d37-fa1c-4679-b965-c534c6387c00" providerId="ADAL" clId="{ED2B5653-6CA0-4605-BCAC-BB0FAA65C50D}" dt="2025-04-08T09:16:09.197" v="834" actId="1038"/>
          <ac:cxnSpMkLst>
            <pc:docMk/>
            <pc:sldMk cId="965478804" sldId="258"/>
            <ac:cxnSpMk id="28" creationId="{518FC65D-68B8-4680-86D2-7525796A0289}"/>
          </ac:cxnSpMkLst>
        </pc:cxnChg>
        <pc:cxnChg chg="mod">
          <ac:chgData name="shashi, thrijwal" userId="024e5d37-fa1c-4679-b965-c534c6387c00" providerId="ADAL" clId="{ED2B5653-6CA0-4605-BCAC-BB0FAA65C50D}" dt="2025-04-08T09:16:09.197" v="834" actId="1038"/>
          <ac:cxnSpMkLst>
            <pc:docMk/>
            <pc:sldMk cId="965478804" sldId="258"/>
            <ac:cxnSpMk id="32" creationId="{72C2B41C-57B3-FD4D-7818-1EAE01FCA1C9}"/>
          </ac:cxnSpMkLst>
        </pc:cxnChg>
        <pc:cxnChg chg="mod">
          <ac:chgData name="shashi, thrijwal" userId="024e5d37-fa1c-4679-b965-c534c6387c00" providerId="ADAL" clId="{ED2B5653-6CA0-4605-BCAC-BB0FAA65C50D}" dt="2025-04-08T09:16:09.197" v="834" actId="1038"/>
          <ac:cxnSpMkLst>
            <pc:docMk/>
            <pc:sldMk cId="965478804" sldId="258"/>
            <ac:cxnSpMk id="34" creationId="{7DD2A05B-EBC2-05A5-F8CE-0AB0913CBC8B}"/>
          </ac:cxnSpMkLst>
        </pc:cxnChg>
        <pc:cxnChg chg="mod">
          <ac:chgData name="shashi, thrijwal" userId="024e5d37-fa1c-4679-b965-c534c6387c00" providerId="ADAL" clId="{ED2B5653-6CA0-4605-BCAC-BB0FAA65C50D}" dt="2025-04-08T09:16:09.197" v="834" actId="1038"/>
          <ac:cxnSpMkLst>
            <pc:docMk/>
            <pc:sldMk cId="965478804" sldId="258"/>
            <ac:cxnSpMk id="49" creationId="{3D278DF0-C157-72BA-E6E2-2A9BF8C7E05D}"/>
          </ac:cxnSpMkLst>
        </pc:cxnChg>
        <pc:cxnChg chg="mod">
          <ac:chgData name="shashi, thrijwal" userId="024e5d37-fa1c-4679-b965-c534c6387c00" providerId="ADAL" clId="{ED2B5653-6CA0-4605-BCAC-BB0FAA65C50D}" dt="2025-04-08T09:16:09.197" v="834" actId="1038"/>
          <ac:cxnSpMkLst>
            <pc:docMk/>
            <pc:sldMk cId="965478804" sldId="258"/>
            <ac:cxnSpMk id="50" creationId="{1A68FCF3-3232-5CA8-8231-26CA4B4EA85E}"/>
          </ac:cxnSpMkLst>
        </pc:cxnChg>
        <pc:cxnChg chg="mod">
          <ac:chgData name="shashi, thrijwal" userId="024e5d37-fa1c-4679-b965-c534c6387c00" providerId="ADAL" clId="{ED2B5653-6CA0-4605-BCAC-BB0FAA65C50D}" dt="2025-04-08T09:16:09.197" v="834" actId="1038"/>
          <ac:cxnSpMkLst>
            <pc:docMk/>
            <pc:sldMk cId="965478804" sldId="258"/>
            <ac:cxnSpMk id="54" creationId="{37BC7401-1FDE-DA68-2513-EC78567CF992}"/>
          </ac:cxnSpMkLst>
        </pc:cxnChg>
        <pc:cxnChg chg="mod">
          <ac:chgData name="shashi, thrijwal" userId="024e5d37-fa1c-4679-b965-c534c6387c00" providerId="ADAL" clId="{ED2B5653-6CA0-4605-BCAC-BB0FAA65C50D}" dt="2025-04-08T09:16:09.197" v="834" actId="1038"/>
          <ac:cxnSpMkLst>
            <pc:docMk/>
            <pc:sldMk cId="965478804" sldId="258"/>
            <ac:cxnSpMk id="57" creationId="{98A5CAC2-F7F2-CE26-4154-BCD43E4142C5}"/>
          </ac:cxnSpMkLst>
        </pc:cxnChg>
        <pc:cxnChg chg="mod">
          <ac:chgData name="shashi, thrijwal" userId="024e5d37-fa1c-4679-b965-c534c6387c00" providerId="ADAL" clId="{ED2B5653-6CA0-4605-BCAC-BB0FAA65C50D}" dt="2025-04-08T09:16:09.197" v="834" actId="1038"/>
          <ac:cxnSpMkLst>
            <pc:docMk/>
            <pc:sldMk cId="965478804" sldId="258"/>
            <ac:cxnSpMk id="60" creationId="{151B5050-3A46-4B12-7AC1-43EB406D0E78}"/>
          </ac:cxnSpMkLst>
        </pc:cxnChg>
        <pc:cxnChg chg="mod">
          <ac:chgData name="shashi, thrijwal" userId="024e5d37-fa1c-4679-b965-c534c6387c00" providerId="ADAL" clId="{ED2B5653-6CA0-4605-BCAC-BB0FAA65C50D}" dt="2025-04-08T09:16:09.197" v="834" actId="1038"/>
          <ac:cxnSpMkLst>
            <pc:docMk/>
            <pc:sldMk cId="965478804" sldId="258"/>
            <ac:cxnSpMk id="63" creationId="{8802C020-4FAA-F7D7-A44D-718D1FD5DFC8}"/>
          </ac:cxnSpMkLst>
        </pc:cxnChg>
        <pc:cxnChg chg="mod">
          <ac:chgData name="shashi, thrijwal" userId="024e5d37-fa1c-4679-b965-c534c6387c00" providerId="ADAL" clId="{ED2B5653-6CA0-4605-BCAC-BB0FAA65C50D}" dt="2025-04-08T08:58:39.730" v="66" actId="1076"/>
          <ac:cxnSpMkLst>
            <pc:docMk/>
            <pc:sldMk cId="965478804" sldId="258"/>
            <ac:cxnSpMk id="72" creationId="{1E325C35-ECAE-C0A3-7BC8-E3CA52B39C71}"/>
          </ac:cxnSpMkLst>
        </pc:cxnChg>
        <pc:cxnChg chg="mod">
          <ac:chgData name="shashi, thrijwal" userId="024e5d37-fa1c-4679-b965-c534c6387c00" providerId="ADAL" clId="{ED2B5653-6CA0-4605-BCAC-BB0FAA65C50D}" dt="2025-04-08T08:58:42.039" v="67" actId="1076"/>
          <ac:cxnSpMkLst>
            <pc:docMk/>
            <pc:sldMk cId="965478804" sldId="258"/>
            <ac:cxnSpMk id="77" creationId="{0A9C3237-E65C-A762-9519-00BC73BF0E64}"/>
          </ac:cxnSpMkLst>
        </pc:cxnChg>
        <pc:cxnChg chg="del mod">
          <ac:chgData name="shashi, thrijwal" userId="024e5d37-fa1c-4679-b965-c534c6387c00" providerId="ADAL" clId="{ED2B5653-6CA0-4605-BCAC-BB0FAA65C50D}" dt="2025-04-08T08:57:58.469" v="63" actId="478"/>
          <ac:cxnSpMkLst>
            <pc:docMk/>
            <pc:sldMk cId="965478804" sldId="258"/>
            <ac:cxnSpMk id="80" creationId="{EA485AD0-2092-0CC1-8229-0BB24A5C6CBD}"/>
          </ac:cxnSpMkLst>
        </pc:cxnChg>
        <pc:cxnChg chg="del mod">
          <ac:chgData name="shashi, thrijwal" userId="024e5d37-fa1c-4679-b965-c534c6387c00" providerId="ADAL" clId="{ED2B5653-6CA0-4605-BCAC-BB0FAA65C50D}" dt="2025-04-08T08:57:57.776" v="62" actId="478"/>
          <ac:cxnSpMkLst>
            <pc:docMk/>
            <pc:sldMk cId="965478804" sldId="258"/>
            <ac:cxnSpMk id="83" creationId="{8F1D9C5D-7EED-070C-5B95-78C1268596FA}"/>
          </ac:cxnSpMkLst>
        </pc:cxnChg>
        <pc:cxnChg chg="add mod">
          <ac:chgData name="shashi, thrijwal" userId="024e5d37-fa1c-4679-b965-c534c6387c00" providerId="ADAL" clId="{ED2B5653-6CA0-4605-BCAC-BB0FAA65C50D}" dt="2025-04-08T09:01:22.012" v="97" actId="1036"/>
          <ac:cxnSpMkLst>
            <pc:docMk/>
            <pc:sldMk cId="965478804" sldId="258"/>
            <ac:cxnSpMk id="100" creationId="{EA9AE3F5-EDDB-E350-9AFF-EFDF4E0172FB}"/>
          </ac:cxnSpMkLst>
        </pc:cxnChg>
        <pc:cxnChg chg="add mod">
          <ac:chgData name="shashi, thrijwal" userId="024e5d37-fa1c-4679-b965-c534c6387c00" providerId="ADAL" clId="{ED2B5653-6CA0-4605-BCAC-BB0FAA65C50D}" dt="2025-04-08T09:01:42.050" v="128" actId="1035"/>
          <ac:cxnSpMkLst>
            <pc:docMk/>
            <pc:sldMk cId="965478804" sldId="258"/>
            <ac:cxnSpMk id="103" creationId="{E9A87F80-3509-8121-53A3-0318FED41A5B}"/>
          </ac:cxnSpMkLst>
        </pc:cxnChg>
        <pc:cxnChg chg="add mod">
          <ac:chgData name="shashi, thrijwal" userId="024e5d37-fa1c-4679-b965-c534c6387c00" providerId="ADAL" clId="{ED2B5653-6CA0-4605-BCAC-BB0FAA65C50D}" dt="2025-04-08T09:02:33.078" v="133" actId="1036"/>
          <ac:cxnSpMkLst>
            <pc:docMk/>
            <pc:sldMk cId="965478804" sldId="258"/>
            <ac:cxnSpMk id="107" creationId="{73F98FA8-897C-5886-1273-09072E5A77B0}"/>
          </ac:cxnSpMkLst>
        </pc:cxnChg>
        <pc:cxnChg chg="add mod">
          <ac:chgData name="shashi, thrijwal" userId="024e5d37-fa1c-4679-b965-c534c6387c00" providerId="ADAL" clId="{ED2B5653-6CA0-4605-BCAC-BB0FAA65C50D}" dt="2025-04-08T09:04:24.681" v="142" actId="14100"/>
          <ac:cxnSpMkLst>
            <pc:docMk/>
            <pc:sldMk cId="965478804" sldId="258"/>
            <ac:cxnSpMk id="110" creationId="{48BFC423-5F95-80AB-0B24-14D2FA1C4677}"/>
          </ac:cxnSpMkLst>
        </pc:cxnChg>
        <pc:cxnChg chg="add del mod">
          <ac:chgData name="shashi, thrijwal" userId="024e5d37-fa1c-4679-b965-c534c6387c00" providerId="ADAL" clId="{ED2B5653-6CA0-4605-BCAC-BB0FAA65C50D}" dt="2025-04-08T09:12:58.567" v="709" actId="478"/>
          <ac:cxnSpMkLst>
            <pc:docMk/>
            <pc:sldMk cId="965478804" sldId="258"/>
            <ac:cxnSpMk id="114" creationId="{8B15A047-2F0D-42CF-AE3E-BD89C7BC2E5D}"/>
          </ac:cxnSpMkLst>
        </pc:cxnChg>
        <pc:cxnChg chg="add mod">
          <ac:chgData name="shashi, thrijwal" userId="024e5d37-fa1c-4679-b965-c534c6387c00" providerId="ADAL" clId="{ED2B5653-6CA0-4605-BCAC-BB0FAA65C50D}" dt="2025-04-08T09:06:07.750" v="171" actId="1076"/>
          <ac:cxnSpMkLst>
            <pc:docMk/>
            <pc:sldMk cId="965478804" sldId="258"/>
            <ac:cxnSpMk id="121" creationId="{30D59F4E-AF32-FC6D-2767-B960EF277A2B}"/>
          </ac:cxnSpMkLst>
        </pc:cxnChg>
        <pc:cxnChg chg="add mod">
          <ac:chgData name="shashi, thrijwal" userId="024e5d37-fa1c-4679-b965-c534c6387c00" providerId="ADAL" clId="{ED2B5653-6CA0-4605-BCAC-BB0FAA65C50D}" dt="2025-04-08T09:09:20.138" v="233" actId="14100"/>
          <ac:cxnSpMkLst>
            <pc:docMk/>
            <pc:sldMk cId="965478804" sldId="258"/>
            <ac:cxnSpMk id="130" creationId="{37302C01-12AB-A189-A89E-3B623DE6233C}"/>
          </ac:cxnSpMkLst>
        </pc:cxnChg>
        <pc:cxnChg chg="add mod">
          <ac:chgData name="shashi, thrijwal" userId="024e5d37-fa1c-4679-b965-c534c6387c00" providerId="ADAL" clId="{ED2B5653-6CA0-4605-BCAC-BB0FAA65C50D}" dt="2025-04-08T09:13:34.850" v="716" actId="14100"/>
          <ac:cxnSpMkLst>
            <pc:docMk/>
            <pc:sldMk cId="965478804" sldId="258"/>
            <ac:cxnSpMk id="134" creationId="{A1B9EF21-C15B-FE60-279C-1E42B5091E63}"/>
          </ac:cxnSpMkLst>
        </pc:cxnChg>
        <pc:cxnChg chg="add mod">
          <ac:chgData name="shashi, thrijwal" userId="024e5d37-fa1c-4679-b965-c534c6387c00" providerId="ADAL" clId="{ED2B5653-6CA0-4605-BCAC-BB0FAA65C50D}" dt="2025-04-08T09:17:23.114" v="841" actId="14100"/>
          <ac:cxnSpMkLst>
            <pc:docMk/>
            <pc:sldMk cId="965478804" sldId="258"/>
            <ac:cxnSpMk id="143" creationId="{D588DE90-A59F-9B03-3E56-740857DC7F20}"/>
          </ac:cxnSpMkLst>
        </pc:cxnChg>
        <pc:cxnChg chg="add mod">
          <ac:chgData name="shashi, thrijwal" userId="024e5d37-fa1c-4679-b965-c534c6387c00" providerId="ADAL" clId="{ED2B5653-6CA0-4605-BCAC-BB0FAA65C50D}" dt="2025-04-08T09:17:00.134" v="839" actId="14100"/>
          <ac:cxnSpMkLst>
            <pc:docMk/>
            <pc:sldMk cId="965478804" sldId="258"/>
            <ac:cxnSpMk id="144" creationId="{78B6F80E-9EAE-AAE1-9B29-AC5E02471FC9}"/>
          </ac:cxnSpMkLst>
        </pc:cxnChg>
        <pc:cxnChg chg="add mod">
          <ac:chgData name="shashi, thrijwal" userId="024e5d37-fa1c-4679-b965-c534c6387c00" providerId="ADAL" clId="{ED2B5653-6CA0-4605-BCAC-BB0FAA65C50D}" dt="2025-04-08T09:20:54.012" v="872" actId="14100"/>
          <ac:cxnSpMkLst>
            <pc:docMk/>
            <pc:sldMk cId="965478804" sldId="258"/>
            <ac:cxnSpMk id="153" creationId="{4FDF08EB-4E03-E8F6-976C-4FFF8554CDE0}"/>
          </ac:cxnSpMkLst>
        </pc:cxnChg>
        <pc:cxnChg chg="add mod">
          <ac:chgData name="shashi, thrijwal" userId="024e5d37-fa1c-4679-b965-c534c6387c00" providerId="ADAL" clId="{ED2B5653-6CA0-4605-BCAC-BB0FAA65C50D}" dt="2025-04-08T09:21:27.930" v="877" actId="1036"/>
          <ac:cxnSpMkLst>
            <pc:docMk/>
            <pc:sldMk cId="965478804" sldId="258"/>
            <ac:cxnSpMk id="160" creationId="{65068FFF-C07D-097D-E5BA-89AE8D7DB53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E6C3-AF9C-8E22-F6B7-82D738D1F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0A83F-527D-79DE-C429-BC775BB80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7588C-7FFE-E9B8-17B2-744FD763E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324F9-1695-A137-34CA-EE8734A8C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F9CDF-40BC-EE40-601F-FB41EAF0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6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0DC4-2C57-1C1C-17D9-2BECDA73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F04BE-27C0-3BB4-B0E1-9E61DCF5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9EA48-A9A0-2616-F33F-465063216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21A92-7241-BA56-1CD9-408AEC47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CBC4E-FED0-B81E-BFDB-F569116E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6B6A-8A5F-F2F4-0B3D-41B934A4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85232-B423-7C35-5300-D99FEFEBA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D47D-6A37-6F55-D88F-5151C1CC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81DAB-5F85-A2C0-7627-64127559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5CEAB-752C-B02B-6392-61EC2D39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8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4152-8966-2A78-3D79-FD637141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B368F-42CF-ACA7-83A6-82DBEBD2F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43DE3-04A8-FAD6-7D86-9B872D153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3060E-79C1-078E-13B7-ACF5F0FC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BBCF4-A511-C784-45AF-52DF6436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B6B27-1893-0800-85A0-BDBA3A80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45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5136-A939-7ACA-4435-DA4D9F31E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04A69-E94F-52BE-F14B-5B4258BAD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B9662-28C7-60F1-AB55-3DA6AC7ED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0010C-F717-BCCE-A536-EFAF1FBC5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ACE4B-73B9-6E62-CABB-F2C0EDA95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4D11B-742D-FE22-6111-1EABEF03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A6563A-AF24-DB36-BB22-8D7D09AE4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C5B7B6-75DE-34C3-A4DB-1F02A844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1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0D34-AF62-68DA-AD78-3C64415AD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4A400-3770-7671-62D6-23D7553EC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2D0F4-B713-8E33-DE24-1E80A06C6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1DBB1-AFA5-DA4F-4202-5564AF2C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7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48E2A-4B43-5A5C-2FAC-9EBD6199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FB8B2-7A87-0B30-04D8-8F170C9C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9A7A8-2E6E-93EC-445E-971B2D74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9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B1B87-E8C9-A886-9429-C9269AA3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FA915-9C41-A7D0-3BB5-9ACC6DD4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BC7C5-D620-F01B-A2E2-72E737AB2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C05F-9D51-9329-FC7A-E8B85A33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CD281-E1CF-CAC9-2751-C0EF783A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EAC65-DAAC-06AD-529E-E8F1C3833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8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FF0D-B545-73CD-6E37-A99EC4BC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117DB-CACC-AA7B-7424-639922AE0C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DE236-7ACC-D4B3-A0F2-6C68A9A12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70561-A3FB-C597-7018-CD4A3E68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FDB8B-11E6-ADEA-5C7A-0E79C097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03F58-72AB-0BE0-A672-FC89CD61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89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F655-B52D-FA07-430D-FE1637BE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AF9DD-7902-7596-E279-D92D8FCAE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EB6E5-C704-52F5-827D-6B0F4186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C82B2-EE4D-7455-DAE4-C35BD8B8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FBF5F-B626-FB66-E57C-43AF4748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5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1E3D9-7918-B31C-5D7E-8210F26A3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9712B-C538-FF90-CF59-D2A8F511C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73B2F-90AF-9D24-F8A5-034BADFD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C8721-0DEA-E16C-E274-F1C6DA32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F9A15-7FB5-33A4-49C1-02435686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0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860FA7-92D5-A22F-281C-0ABE24BE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62F73-9704-202C-8630-ED5FAFF09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3756E-F374-AF20-2BF7-4C3BC03A9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32B4A-B568-4CE0-81D0-E1E503117301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DD0C4-8E04-20A0-ED3B-7D4DB372F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EF23B-831A-78DA-6967-5C944F6C6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68370-BB79-49ED-8599-48B9E38AE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5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A933-52FC-9311-1DAC-5C22322F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ProjC</a:t>
            </a:r>
            <a:r>
              <a:rPr lang="en-US" dirty="0"/>
              <a:t> Jenkins Architecture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BA90F0-B66C-A68E-9449-3477F3102A77}"/>
              </a:ext>
            </a:extLst>
          </p:cNvPr>
          <p:cNvSpPr/>
          <p:nvPr/>
        </p:nvSpPr>
        <p:spPr>
          <a:xfrm>
            <a:off x="184313" y="3492467"/>
            <a:ext cx="839755" cy="7795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Developer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D0BA206-6DC9-9493-935B-C59F0C193856}"/>
              </a:ext>
            </a:extLst>
          </p:cNvPr>
          <p:cNvSpPr/>
          <p:nvPr/>
        </p:nvSpPr>
        <p:spPr>
          <a:xfrm>
            <a:off x="1167510" y="3753724"/>
            <a:ext cx="391886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111682-DA25-389A-AFDE-4ECE0330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983" y="3492467"/>
            <a:ext cx="956460" cy="914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C657F7-2F03-EF29-7C78-9867F9C5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358" y="3492467"/>
            <a:ext cx="956460" cy="77951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A792C8-F52B-B552-ACFA-E811B6C81E41}"/>
              </a:ext>
            </a:extLst>
          </p:cNvPr>
          <p:cNvSpPr/>
          <p:nvPr/>
        </p:nvSpPr>
        <p:spPr>
          <a:xfrm>
            <a:off x="6018248" y="2023334"/>
            <a:ext cx="3564294" cy="4198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Pull Docker image from </a:t>
            </a:r>
            <a:r>
              <a:rPr lang="en-US" dirty="0" err="1"/>
              <a:t>Jfrog</a:t>
            </a:r>
            <a:r>
              <a:rPr lang="en-US" dirty="0"/>
              <a:t>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F7EAE8-672D-1679-D6ED-9B595DEB3ADD}"/>
              </a:ext>
            </a:extLst>
          </p:cNvPr>
          <p:cNvSpPr/>
          <p:nvPr/>
        </p:nvSpPr>
        <p:spPr>
          <a:xfrm>
            <a:off x="6018248" y="2607906"/>
            <a:ext cx="3564294" cy="349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container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591164-F5E4-1B5E-46E7-B56FF4161EE7}"/>
              </a:ext>
            </a:extLst>
          </p:cNvPr>
          <p:cNvSpPr/>
          <p:nvPr/>
        </p:nvSpPr>
        <p:spPr>
          <a:xfrm>
            <a:off x="6018248" y="3127164"/>
            <a:ext cx="3564294" cy="349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Checkout project repo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E006BD-8C68-CFDB-0043-82205BFB174D}"/>
              </a:ext>
            </a:extLst>
          </p:cNvPr>
          <p:cNvSpPr/>
          <p:nvPr/>
        </p:nvSpPr>
        <p:spPr>
          <a:xfrm>
            <a:off x="6018248" y="3665083"/>
            <a:ext cx="3564294" cy="349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5B600D6-AFA8-8EB3-C331-557832B876F8}"/>
              </a:ext>
            </a:extLst>
          </p:cNvPr>
          <p:cNvSpPr/>
          <p:nvPr/>
        </p:nvSpPr>
        <p:spPr>
          <a:xfrm>
            <a:off x="6018248" y="4203002"/>
            <a:ext cx="3564294" cy="349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0A2E7B-0FAF-0B1C-5C83-24F6CCC79A69}"/>
              </a:ext>
            </a:extLst>
          </p:cNvPr>
          <p:cNvSpPr/>
          <p:nvPr/>
        </p:nvSpPr>
        <p:spPr>
          <a:xfrm>
            <a:off x="6018248" y="4740921"/>
            <a:ext cx="3564294" cy="349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Sonar Analysis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5B24DB-8B6A-90DC-F596-CD0F4462B837}"/>
              </a:ext>
            </a:extLst>
          </p:cNvPr>
          <p:cNvSpPr/>
          <p:nvPr/>
        </p:nvSpPr>
        <p:spPr>
          <a:xfrm>
            <a:off x="6018248" y="5278840"/>
            <a:ext cx="3564294" cy="349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EE9FDBA-0C44-326A-DE3E-C55021C426F0}"/>
              </a:ext>
            </a:extLst>
          </p:cNvPr>
          <p:cNvSpPr/>
          <p:nvPr/>
        </p:nvSpPr>
        <p:spPr>
          <a:xfrm>
            <a:off x="6018248" y="5816759"/>
            <a:ext cx="3564294" cy="3498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 container &amp; image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DE8DF6A-D883-A5E5-CEF8-3A374DFD2C91}"/>
              </a:ext>
            </a:extLst>
          </p:cNvPr>
          <p:cNvSpPr/>
          <p:nvPr/>
        </p:nvSpPr>
        <p:spPr>
          <a:xfrm>
            <a:off x="2993457" y="3761207"/>
            <a:ext cx="391886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35B993-A498-AAB9-67DA-DA846835B79F}"/>
              </a:ext>
            </a:extLst>
          </p:cNvPr>
          <p:cNvSpPr/>
          <p:nvPr/>
        </p:nvSpPr>
        <p:spPr>
          <a:xfrm>
            <a:off x="5598370" y="1629786"/>
            <a:ext cx="4404049" cy="4833257"/>
          </a:xfrm>
          <a:prstGeom prst="rect">
            <a:avLst/>
          </a:prstGeom>
          <a:solidFill>
            <a:schemeClr val="accent1">
              <a:alpha val="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9F5D7F5-6EFD-07AD-9BB0-235F028C2336}"/>
              </a:ext>
            </a:extLst>
          </p:cNvPr>
          <p:cNvSpPr/>
          <p:nvPr/>
        </p:nvSpPr>
        <p:spPr>
          <a:xfrm>
            <a:off x="4841500" y="3725147"/>
            <a:ext cx="391886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79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A933-52FC-9311-1DAC-5C22322F1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13" y="103812"/>
            <a:ext cx="10515600" cy="55860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Devops</a:t>
            </a:r>
            <a:r>
              <a:rPr lang="en-US" dirty="0"/>
              <a:t>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0E4114-F8FE-709C-9821-3165EEC3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346" y="1848807"/>
            <a:ext cx="457201" cy="702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4954B2-A940-C44E-D159-F15011259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31" y="1958307"/>
            <a:ext cx="611722" cy="7023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26C890-F518-16C6-BA73-51E531C79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560" y="1898883"/>
            <a:ext cx="611722" cy="724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3BBEE0-7E00-609A-8687-2C9C63423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085" y="892780"/>
            <a:ext cx="611722" cy="702359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6F02A25-74F0-8004-8827-85404A109B6B}"/>
              </a:ext>
            </a:extLst>
          </p:cNvPr>
          <p:cNvSpPr/>
          <p:nvPr/>
        </p:nvSpPr>
        <p:spPr>
          <a:xfrm>
            <a:off x="36174" y="3051398"/>
            <a:ext cx="611721" cy="558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" dirty="0" err="1"/>
              <a:t>Devops</a:t>
            </a:r>
            <a:r>
              <a:rPr lang="en-US" sz="500" dirty="0"/>
              <a:t> Eng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8FC65D-68B8-4680-86D2-7525796A0289}"/>
              </a:ext>
            </a:extLst>
          </p:cNvPr>
          <p:cNvCxnSpPr>
            <a:cxnSpLocks/>
          </p:cNvCxnSpPr>
          <p:nvPr/>
        </p:nvCxnSpPr>
        <p:spPr>
          <a:xfrm flipV="1">
            <a:off x="1906853" y="2304358"/>
            <a:ext cx="3507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C2B41C-57B3-FD4D-7818-1EAE01FCA1C9}"/>
              </a:ext>
            </a:extLst>
          </p:cNvPr>
          <p:cNvCxnSpPr>
            <a:cxnSpLocks/>
          </p:cNvCxnSpPr>
          <p:nvPr/>
        </p:nvCxnSpPr>
        <p:spPr>
          <a:xfrm flipV="1">
            <a:off x="2854666" y="2245284"/>
            <a:ext cx="3507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28A9EFE-CA28-1536-4F57-6A8D991D0658}"/>
              </a:ext>
            </a:extLst>
          </p:cNvPr>
          <p:cNvSpPr txBox="1"/>
          <p:nvPr/>
        </p:nvSpPr>
        <p:spPr>
          <a:xfrm>
            <a:off x="2205001" y="2666975"/>
            <a:ext cx="1000372" cy="2353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Terraform Host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D2A05B-EBC2-05A5-F8CE-0AB0913CBC8B}"/>
              </a:ext>
            </a:extLst>
          </p:cNvPr>
          <p:cNvCxnSpPr>
            <a:cxnSpLocks/>
            <a:stCxn id="6" idx="0"/>
            <a:endCxn id="24" idx="2"/>
          </p:cNvCxnSpPr>
          <p:nvPr/>
        </p:nvCxnSpPr>
        <p:spPr>
          <a:xfrm flipH="1" flipV="1">
            <a:off x="3554946" y="1595139"/>
            <a:ext cx="1" cy="253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8D19DC7-6897-58E7-9708-C12BFE24C150}"/>
              </a:ext>
            </a:extLst>
          </p:cNvPr>
          <p:cNvSpPr txBox="1"/>
          <p:nvPr/>
        </p:nvSpPr>
        <p:spPr>
          <a:xfrm>
            <a:off x="1086418" y="2677973"/>
            <a:ext cx="963751" cy="2308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Terraform Repo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58E51C-C1E1-351E-9CE8-840D0EBD6DFD}"/>
              </a:ext>
            </a:extLst>
          </p:cNvPr>
          <p:cNvSpPr txBox="1"/>
          <p:nvPr/>
        </p:nvSpPr>
        <p:spPr>
          <a:xfrm>
            <a:off x="3860807" y="1147025"/>
            <a:ext cx="963751" cy="2308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State files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504E103-21C8-838B-D2F0-18ADCB676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753" y="2948757"/>
            <a:ext cx="611722" cy="72416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0C3A101-A1D1-81FA-85F5-FA160A99B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130" y="3768659"/>
            <a:ext cx="611722" cy="7023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D4A67F1-5BFA-9BD5-7EA8-0A0E689E1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429" y="3810797"/>
            <a:ext cx="611722" cy="72416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4364CEC-CB56-7F14-A718-B3A28E03A5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5373" y="3675362"/>
            <a:ext cx="611723" cy="869126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D278DF0-C157-72BA-E6E2-2A9BF8C7E05D}"/>
              </a:ext>
            </a:extLst>
          </p:cNvPr>
          <p:cNvCxnSpPr>
            <a:cxnSpLocks/>
          </p:cNvCxnSpPr>
          <p:nvPr/>
        </p:nvCxnSpPr>
        <p:spPr>
          <a:xfrm flipV="1">
            <a:off x="1932983" y="4099430"/>
            <a:ext cx="3507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A68FCF3-3232-5CA8-8231-26CA4B4EA85E}"/>
              </a:ext>
            </a:extLst>
          </p:cNvPr>
          <p:cNvCxnSpPr>
            <a:cxnSpLocks/>
          </p:cNvCxnSpPr>
          <p:nvPr/>
        </p:nvCxnSpPr>
        <p:spPr>
          <a:xfrm flipV="1">
            <a:off x="2869282" y="4080767"/>
            <a:ext cx="35070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74144F7-1F13-78C0-0255-99B2543C4670}"/>
              </a:ext>
            </a:extLst>
          </p:cNvPr>
          <p:cNvSpPr txBox="1"/>
          <p:nvPr/>
        </p:nvSpPr>
        <p:spPr>
          <a:xfrm>
            <a:off x="1081792" y="4498583"/>
            <a:ext cx="963751" cy="2308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Ansible Repo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B52BD9-3CE7-E144-13D4-7251C1C3C9B5}"/>
              </a:ext>
            </a:extLst>
          </p:cNvPr>
          <p:cNvSpPr txBox="1"/>
          <p:nvPr/>
        </p:nvSpPr>
        <p:spPr>
          <a:xfrm>
            <a:off x="2219494" y="4507914"/>
            <a:ext cx="1000372" cy="2353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Ansible Host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7BC7401-1FDE-DA68-2513-EC78567CF992}"/>
              </a:ext>
            </a:extLst>
          </p:cNvPr>
          <p:cNvCxnSpPr>
            <a:cxnSpLocks/>
            <a:stCxn id="47" idx="3"/>
            <a:endCxn id="39" idx="2"/>
          </p:cNvCxnSpPr>
          <p:nvPr/>
        </p:nvCxnSpPr>
        <p:spPr>
          <a:xfrm flipV="1">
            <a:off x="3817096" y="3672921"/>
            <a:ext cx="755518" cy="4370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98A5CAC2-F7F2-CE26-4154-BCD43E4142C5}"/>
              </a:ext>
            </a:extLst>
          </p:cNvPr>
          <p:cNvCxnSpPr>
            <a:cxnSpLocks/>
            <a:stCxn id="6" idx="3"/>
            <a:endCxn id="39" idx="0"/>
          </p:cNvCxnSpPr>
          <p:nvPr/>
        </p:nvCxnSpPr>
        <p:spPr>
          <a:xfrm>
            <a:off x="3783547" y="2199988"/>
            <a:ext cx="789067" cy="74876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51B5050-3A46-4B12-7AC1-43EB406D0E78}"/>
              </a:ext>
            </a:extLst>
          </p:cNvPr>
          <p:cNvCxnSpPr>
            <a:cxnSpLocks/>
            <a:stCxn id="27" idx="0"/>
            <a:endCxn id="8" idx="1"/>
          </p:cNvCxnSpPr>
          <p:nvPr/>
        </p:nvCxnSpPr>
        <p:spPr>
          <a:xfrm rot="5400000" flipH="1" flipV="1">
            <a:off x="447628" y="2203895"/>
            <a:ext cx="741910" cy="9530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8802C020-4FAA-F7D7-A44D-718D1FD5DFC8}"/>
              </a:ext>
            </a:extLst>
          </p:cNvPr>
          <p:cNvCxnSpPr>
            <a:cxnSpLocks/>
            <a:stCxn id="27" idx="2"/>
            <a:endCxn id="44" idx="1"/>
          </p:cNvCxnSpPr>
          <p:nvPr/>
        </p:nvCxnSpPr>
        <p:spPr>
          <a:xfrm rot="16200000" flipH="1">
            <a:off x="566664" y="3385374"/>
            <a:ext cx="509836" cy="9590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7D52E4C-D8CE-86E8-4FA9-6DCC9A836100}"/>
              </a:ext>
            </a:extLst>
          </p:cNvPr>
          <p:cNvSpPr/>
          <p:nvPr/>
        </p:nvSpPr>
        <p:spPr>
          <a:xfrm>
            <a:off x="5676829" y="1627322"/>
            <a:ext cx="860203" cy="50023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Dev Resource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96C8C9D-9932-D68B-1BA5-9C4468C5C407}"/>
              </a:ext>
            </a:extLst>
          </p:cNvPr>
          <p:cNvSpPr/>
          <p:nvPr/>
        </p:nvSpPr>
        <p:spPr>
          <a:xfrm>
            <a:off x="5676874" y="2578499"/>
            <a:ext cx="860203" cy="50023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Jenkins Node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7DE6837-C8B1-9336-64B8-539E23210C6D}"/>
              </a:ext>
            </a:extLst>
          </p:cNvPr>
          <p:cNvSpPr/>
          <p:nvPr/>
        </p:nvSpPr>
        <p:spPr>
          <a:xfrm>
            <a:off x="5801070" y="586122"/>
            <a:ext cx="611721" cy="40875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00" dirty="0"/>
              <a:t>Developer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E325C35-ECAE-C0A3-7BC8-E3CA52B39C71}"/>
              </a:ext>
            </a:extLst>
          </p:cNvPr>
          <p:cNvCxnSpPr>
            <a:cxnSpLocks/>
            <a:stCxn id="71" idx="2"/>
            <a:endCxn id="68" idx="0"/>
          </p:cNvCxnSpPr>
          <p:nvPr/>
        </p:nvCxnSpPr>
        <p:spPr>
          <a:xfrm>
            <a:off x="6106931" y="994880"/>
            <a:ext cx="0" cy="632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CC3E3B0C-B03D-2AD6-324C-398E312C1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05" y="1524956"/>
            <a:ext cx="611722" cy="70236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FB632A7-762F-F922-288B-0EA069B1BA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090" y="1521883"/>
            <a:ext cx="534358" cy="702361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A9C3237-E65C-A762-9519-00BC73BF0E64}"/>
              </a:ext>
            </a:extLst>
          </p:cNvPr>
          <p:cNvCxnSpPr>
            <a:cxnSpLocks/>
            <a:stCxn id="68" idx="3"/>
            <a:endCxn id="75" idx="1"/>
          </p:cNvCxnSpPr>
          <p:nvPr/>
        </p:nvCxnSpPr>
        <p:spPr>
          <a:xfrm flipV="1">
            <a:off x="6537032" y="1876137"/>
            <a:ext cx="781173" cy="1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D92CA31-CCDA-FE42-E0AA-6F17E93D2ADC}"/>
              </a:ext>
            </a:extLst>
          </p:cNvPr>
          <p:cNvSpPr/>
          <p:nvPr/>
        </p:nvSpPr>
        <p:spPr>
          <a:xfrm>
            <a:off x="5661275" y="4169323"/>
            <a:ext cx="860203" cy="50023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Docker Host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0F3E3C22-6C46-2B47-92D0-EFFC10E7CF2C}"/>
              </a:ext>
            </a:extLst>
          </p:cNvPr>
          <p:cNvSpPr/>
          <p:nvPr/>
        </p:nvSpPr>
        <p:spPr>
          <a:xfrm>
            <a:off x="5661274" y="5756647"/>
            <a:ext cx="860203" cy="50023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Monitoring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CCDCF8CD-29E6-B303-5222-D38B551B46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8205" y="4119701"/>
            <a:ext cx="611722" cy="615169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4A341404-7B3F-3686-698F-F830C4D5FA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601" y="4127328"/>
            <a:ext cx="611722" cy="615169"/>
          </a:xfrm>
          <a:prstGeom prst="rect">
            <a:avLst/>
          </a:prstGeom>
        </p:spPr>
      </p:pic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EA9AE3F5-EDDB-E350-9AFF-EFDF4E0172FB}"/>
              </a:ext>
            </a:extLst>
          </p:cNvPr>
          <p:cNvCxnSpPr>
            <a:cxnSpLocks/>
            <a:stCxn id="88" idx="3"/>
            <a:endCxn id="97" idx="1"/>
          </p:cNvCxnSpPr>
          <p:nvPr/>
        </p:nvCxnSpPr>
        <p:spPr>
          <a:xfrm>
            <a:off x="6521478" y="4419438"/>
            <a:ext cx="796727" cy="7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9A87F80-3509-8121-53A3-0318FED41A5B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>
            <a:off x="7929927" y="4427286"/>
            <a:ext cx="709674" cy="7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3F98FA8-897C-5886-1273-09072E5A77B0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 flipV="1">
            <a:off x="7929927" y="1873064"/>
            <a:ext cx="561163" cy="3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48BFC423-5F95-80AB-0B24-14D2FA1C4677}"/>
              </a:ext>
            </a:extLst>
          </p:cNvPr>
          <p:cNvCxnSpPr>
            <a:cxnSpLocks/>
            <a:stCxn id="76" idx="2"/>
          </p:cNvCxnSpPr>
          <p:nvPr/>
        </p:nvCxnSpPr>
        <p:spPr>
          <a:xfrm rot="5400000">
            <a:off x="7424933" y="1362478"/>
            <a:ext cx="471570" cy="21951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87681A9C-317F-851B-E675-D8CFE5E6EDAA}"/>
              </a:ext>
            </a:extLst>
          </p:cNvPr>
          <p:cNvSpPr/>
          <p:nvPr/>
        </p:nvSpPr>
        <p:spPr>
          <a:xfrm>
            <a:off x="10647572" y="2049662"/>
            <a:ext cx="1170734" cy="41987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Pull Docker image </a:t>
            </a:r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30D59F4E-AF32-FC6D-2767-B960EF277A2B}"/>
              </a:ext>
            </a:extLst>
          </p:cNvPr>
          <p:cNvCxnSpPr>
            <a:cxnSpLocks/>
          </p:cNvCxnSpPr>
          <p:nvPr/>
        </p:nvCxnSpPr>
        <p:spPr>
          <a:xfrm flipV="1">
            <a:off x="9259201" y="2285788"/>
            <a:ext cx="1388371" cy="20007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8AD45DF-D824-785E-03F2-AB7530ADD100}"/>
              </a:ext>
            </a:extLst>
          </p:cNvPr>
          <p:cNvSpPr/>
          <p:nvPr/>
        </p:nvSpPr>
        <p:spPr>
          <a:xfrm>
            <a:off x="10655450" y="2706040"/>
            <a:ext cx="1162856" cy="3498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Run container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4C6337AE-EE8B-E219-24E1-6746C42CC789}"/>
              </a:ext>
            </a:extLst>
          </p:cNvPr>
          <p:cNvSpPr/>
          <p:nvPr/>
        </p:nvSpPr>
        <p:spPr>
          <a:xfrm>
            <a:off x="10655449" y="3278165"/>
            <a:ext cx="1162857" cy="3498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Checkout project repo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F09CAD0-6537-B65F-09F6-0E45EA31B747}"/>
              </a:ext>
            </a:extLst>
          </p:cNvPr>
          <p:cNvSpPr/>
          <p:nvPr/>
        </p:nvSpPr>
        <p:spPr>
          <a:xfrm>
            <a:off x="10652050" y="3944752"/>
            <a:ext cx="1166255" cy="3498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Build, Test, Analysis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1FC06350-CEA7-669D-2A00-8AA79D2AC0CD}"/>
              </a:ext>
            </a:extLst>
          </p:cNvPr>
          <p:cNvSpPr/>
          <p:nvPr/>
        </p:nvSpPr>
        <p:spPr>
          <a:xfrm>
            <a:off x="10647572" y="4494604"/>
            <a:ext cx="1166255" cy="3498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Deploy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D4C0A425-6B0C-1DC8-2C51-9991D2B75586}"/>
              </a:ext>
            </a:extLst>
          </p:cNvPr>
          <p:cNvSpPr/>
          <p:nvPr/>
        </p:nvSpPr>
        <p:spPr>
          <a:xfrm>
            <a:off x="10699913" y="5126187"/>
            <a:ext cx="1166255" cy="3498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Delete Container</a:t>
            </a: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37302C01-12AB-A189-A89E-3B623DE6233C}"/>
              </a:ext>
            </a:extLst>
          </p:cNvPr>
          <p:cNvCxnSpPr>
            <a:cxnSpLocks/>
            <a:stCxn id="128" idx="1"/>
          </p:cNvCxnSpPr>
          <p:nvPr/>
        </p:nvCxnSpPr>
        <p:spPr>
          <a:xfrm rot="10800000">
            <a:off x="9277414" y="4568203"/>
            <a:ext cx="1370159" cy="1013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85A5A4D-9A43-CE6E-F39D-22CF790551EE}"/>
              </a:ext>
            </a:extLst>
          </p:cNvPr>
          <p:cNvSpPr/>
          <p:nvPr/>
        </p:nvSpPr>
        <p:spPr>
          <a:xfrm>
            <a:off x="10418343" y="1781175"/>
            <a:ext cx="1650689" cy="3899150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99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A1B9EF21-C15B-FE60-279C-1E42B5091E63}"/>
              </a:ext>
            </a:extLst>
          </p:cNvPr>
          <p:cNvCxnSpPr>
            <a:cxnSpLocks/>
            <a:endCxn id="133" idx="0"/>
          </p:cNvCxnSpPr>
          <p:nvPr/>
        </p:nvCxnSpPr>
        <p:spPr>
          <a:xfrm flipV="1">
            <a:off x="6563122" y="1781175"/>
            <a:ext cx="4680566" cy="1274763"/>
          </a:xfrm>
          <a:prstGeom prst="bentConnector4">
            <a:avLst>
              <a:gd name="adj1" fmla="val 61330"/>
              <a:gd name="adj2" fmla="val 1433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85A4BBA-997F-4AC6-D6FA-731F807F8A28}"/>
              </a:ext>
            </a:extLst>
          </p:cNvPr>
          <p:cNvSpPr/>
          <p:nvPr/>
        </p:nvSpPr>
        <p:spPr>
          <a:xfrm>
            <a:off x="5354642" y="1276350"/>
            <a:ext cx="1470211" cy="5305425"/>
          </a:xfrm>
          <a:prstGeom prst="rect">
            <a:avLst/>
          </a:prstGeom>
          <a:solidFill>
            <a:schemeClr val="accent2">
              <a:lumMod val="40000"/>
              <a:lumOff val="6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588DE90-A59F-9B03-3E56-740857DC7F20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4572614" y="1276350"/>
            <a:ext cx="774449" cy="16724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8B6F80E-9EAE-AAE1-9B29-AC5E02471FC9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4572614" y="3672921"/>
            <a:ext cx="755518" cy="29088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4A1FF30F-F9AE-D396-B72E-D8F6040D7B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8205" y="5779582"/>
            <a:ext cx="611722" cy="458245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5125775D-178A-66C0-FA9B-582A07E8DE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9602" y="5789107"/>
            <a:ext cx="611722" cy="458245"/>
          </a:xfrm>
          <a:prstGeom prst="rect">
            <a:avLst/>
          </a:prstGeom>
        </p:spPr>
      </p:pic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4FDF08EB-4E03-E8F6-976C-4FFF8554CDE0}"/>
              </a:ext>
            </a:extLst>
          </p:cNvPr>
          <p:cNvCxnSpPr>
            <a:cxnSpLocks/>
            <a:stCxn id="89" idx="3"/>
            <a:endCxn id="150" idx="1"/>
          </p:cNvCxnSpPr>
          <p:nvPr/>
        </p:nvCxnSpPr>
        <p:spPr>
          <a:xfrm>
            <a:off x="6521477" y="6006762"/>
            <a:ext cx="796728" cy="1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65068FFF-C07D-097D-E5BA-89AE8D7DB536}"/>
              </a:ext>
            </a:extLst>
          </p:cNvPr>
          <p:cNvCxnSpPr>
            <a:stCxn id="150" idx="3"/>
            <a:endCxn id="152" idx="1"/>
          </p:cNvCxnSpPr>
          <p:nvPr/>
        </p:nvCxnSpPr>
        <p:spPr>
          <a:xfrm>
            <a:off x="7929927" y="6008705"/>
            <a:ext cx="709675" cy="95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478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61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ProjC Jenkins Architecture</vt:lpstr>
      <vt:lpstr>Devops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shashi, thrijwal</dc:creator>
  <cp:lastModifiedBy>shashi, thrijwal</cp:lastModifiedBy>
  <cp:revision>1</cp:revision>
  <dcterms:created xsi:type="dcterms:W3CDTF">2025-04-07T07:07:04Z</dcterms:created>
  <dcterms:modified xsi:type="dcterms:W3CDTF">2025-04-08T09:22:21Z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798273d-f5aa-46da-8e10-241f6dcd5f2d_Enabled">
    <vt:lpwstr>true</vt:lpwstr>
  </property>
  <property fmtid="{D5CDD505-2E9C-101B-9397-08002B2CF9AE}" pid="3" name="MSIP_Label_e798273d-f5aa-46da-8e10-241f6dcd5f2d_SetDate">
    <vt:lpwstr>2025-04-07T15:12:54Z</vt:lpwstr>
  </property>
  <property fmtid="{D5CDD505-2E9C-101B-9397-08002B2CF9AE}" pid="4" name="MSIP_Label_e798273d-f5aa-46da-8e10-241f6dcd5f2d_Method">
    <vt:lpwstr>Standard</vt:lpwstr>
  </property>
  <property fmtid="{D5CDD505-2E9C-101B-9397-08002B2CF9AE}" pid="5" name="MSIP_Label_e798273d-f5aa-46da-8e10-241f6dcd5f2d_Name">
    <vt:lpwstr>e798273d-f5aa-46da-8e10-241f6dcd5f2d</vt:lpwstr>
  </property>
  <property fmtid="{D5CDD505-2E9C-101B-9397-08002B2CF9AE}" pid="6" name="MSIP_Label_e798273d-f5aa-46da-8e10-241f6dcd5f2d_SiteId">
    <vt:lpwstr>c760270c-f3da-4cfa-9737-03808ef5579f</vt:lpwstr>
  </property>
  <property fmtid="{D5CDD505-2E9C-101B-9397-08002B2CF9AE}" pid="7" name="MSIP_Label_e798273d-f5aa-46da-8e10-241f6dcd5f2d_ActionId">
    <vt:lpwstr>f67bcc52-7cc4-4db1-8466-fd0b46fb7a65</vt:lpwstr>
  </property>
  <property fmtid="{D5CDD505-2E9C-101B-9397-08002B2CF9AE}" pid="8" name="MSIP_Label_e798273d-f5aa-46da-8e10-241f6dcd5f2d_ContentBits">
    <vt:lpwstr>0</vt:lpwstr>
  </property>
</Properties>
</file>